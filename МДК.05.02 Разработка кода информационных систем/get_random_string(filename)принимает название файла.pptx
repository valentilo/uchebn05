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60" d="100"/>
          <a:sy n="60" d="100"/>
        </p:scale>
        <p:origin x="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586FD-E31E-4B20-878D-0643F709CB49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425F-6AA0-471F-A701-94385588B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58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586FD-E31E-4B20-878D-0643F709CB49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425F-6AA0-471F-A701-94385588B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3171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586FD-E31E-4B20-878D-0643F709CB49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425F-6AA0-471F-A701-94385588B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5336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586FD-E31E-4B20-878D-0643F709CB49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425F-6AA0-471F-A701-94385588B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510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586FD-E31E-4B20-878D-0643F709CB49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425F-6AA0-471F-A701-94385588B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035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586FD-E31E-4B20-878D-0643F709CB49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425F-6AA0-471F-A701-94385588B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39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586FD-E31E-4B20-878D-0643F709CB49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425F-6AA0-471F-A701-94385588B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81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586FD-E31E-4B20-878D-0643F709CB49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425F-6AA0-471F-A701-94385588B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551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586FD-E31E-4B20-878D-0643F709CB49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425F-6AA0-471F-A701-94385588B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129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586FD-E31E-4B20-878D-0643F709CB49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425F-6AA0-471F-A701-94385588B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215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586FD-E31E-4B20-878D-0643F709CB49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425F-6AA0-471F-A701-94385588BD59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107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586FD-E31E-4B20-878D-0643F709CB49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425F-6AA0-471F-A701-94385588B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2341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586FD-E31E-4B20-878D-0643F709CB49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425F-6AA0-471F-A701-94385588BD59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5619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586FD-E31E-4B20-878D-0643F709CB49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425F-6AA0-471F-A701-94385588B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120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586FD-E31E-4B20-878D-0643F709CB49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425F-6AA0-471F-A701-94385588B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6381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586FD-E31E-4B20-878D-0643F709CB49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425F-6AA0-471F-A701-94385588B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683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586FD-E31E-4B20-878D-0643F709CB49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692425F-6AA0-471F-A701-94385588B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9029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3200" dirty="0"/>
              <a:t>Напишите функцию </a:t>
            </a:r>
            <a:r>
              <a:rPr lang="ru-RU" sz="3200" dirty="0" err="1"/>
              <a:t>get_random_string</a:t>
            </a:r>
            <a:r>
              <a:rPr lang="ru-RU" sz="3200" dirty="0"/>
              <a:t>(</a:t>
            </a:r>
            <a:r>
              <a:rPr lang="ru-RU" sz="3200" dirty="0" err="1"/>
              <a:t>filename</a:t>
            </a:r>
            <a:r>
              <a:rPr lang="ru-RU" sz="3200" dirty="0"/>
              <a:t>), которая принимает название файла и возвращает случайную строку из этого файла (с удаленным символом перевода на новую строку).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1250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39" y="1209365"/>
            <a:ext cx="10717121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96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import random</a:t>
            </a:r>
          </a:p>
          <a:p>
            <a:endParaRPr lang="en-US" dirty="0" smtClean="0"/>
          </a:p>
          <a:p>
            <a:r>
              <a:rPr lang="en-US" dirty="0" err="1" smtClean="0"/>
              <a:t>def</a:t>
            </a:r>
            <a:r>
              <a:rPr lang="en-US" dirty="0" smtClean="0"/>
              <a:t> </a:t>
            </a:r>
            <a:r>
              <a:rPr lang="en-US" dirty="0" err="1" smtClean="0"/>
              <a:t>get_random_string</a:t>
            </a:r>
            <a:r>
              <a:rPr lang="en-US" dirty="0" smtClean="0"/>
              <a:t>(filename):</a:t>
            </a:r>
          </a:p>
          <a:p>
            <a:r>
              <a:rPr lang="en-US" dirty="0" smtClean="0"/>
              <a:t>    # </a:t>
            </a:r>
            <a:r>
              <a:rPr lang="ru-RU" dirty="0" smtClean="0"/>
              <a:t>Открываем файл для чтения</a:t>
            </a:r>
          </a:p>
          <a:p>
            <a:r>
              <a:rPr lang="ru-RU" dirty="0" smtClean="0"/>
              <a:t>    </a:t>
            </a:r>
            <a:r>
              <a:rPr lang="en-US" dirty="0" smtClean="0"/>
              <a:t>with open(filename, 'r') as file:</a:t>
            </a:r>
          </a:p>
          <a:p>
            <a:r>
              <a:rPr lang="en-US" dirty="0" smtClean="0"/>
              <a:t>        # </a:t>
            </a:r>
            <a:r>
              <a:rPr lang="ru-RU" dirty="0" smtClean="0"/>
              <a:t>Читаем все строки файла в список</a:t>
            </a:r>
          </a:p>
          <a:p>
            <a:r>
              <a:rPr lang="ru-RU" dirty="0" smtClean="0"/>
              <a:t>        </a:t>
            </a:r>
            <a:r>
              <a:rPr lang="en-US" dirty="0" smtClean="0"/>
              <a:t>lines = </a:t>
            </a:r>
            <a:r>
              <a:rPr lang="en-US" dirty="0" err="1" smtClean="0"/>
              <a:t>file.readlines</a:t>
            </a:r>
            <a:r>
              <a:rPr lang="en-US" dirty="0" smtClean="0"/>
              <a:t>()</a:t>
            </a:r>
          </a:p>
          <a:p>
            <a:r>
              <a:rPr lang="en-US" dirty="0" smtClean="0"/>
              <a:t>    </a:t>
            </a:r>
          </a:p>
          <a:p>
            <a:r>
              <a:rPr lang="en-US" dirty="0" smtClean="0"/>
              <a:t>    # </a:t>
            </a:r>
            <a:r>
              <a:rPr lang="ru-RU" dirty="0" smtClean="0"/>
              <a:t>Выбираем случайную строку и удаляем символ перевода строки</a:t>
            </a:r>
          </a:p>
          <a:p>
            <a:r>
              <a:rPr lang="ru-RU" dirty="0" smtClean="0"/>
              <a:t>    </a:t>
            </a:r>
            <a:r>
              <a:rPr lang="en-US" dirty="0" err="1" smtClean="0"/>
              <a:t>random_line</a:t>
            </a:r>
            <a:r>
              <a:rPr lang="en-US" dirty="0" smtClean="0"/>
              <a:t> = </a:t>
            </a:r>
            <a:r>
              <a:rPr lang="en-US" dirty="0" err="1" smtClean="0"/>
              <a:t>random.choice</a:t>
            </a:r>
            <a:r>
              <a:rPr lang="en-US" dirty="0" smtClean="0"/>
              <a:t>(lines).</a:t>
            </a:r>
            <a:r>
              <a:rPr lang="en-US" dirty="0" err="1" smtClean="0"/>
              <a:t>rstrip</a:t>
            </a:r>
            <a:r>
              <a:rPr lang="en-US" dirty="0" smtClean="0"/>
              <a:t>('\n')</a:t>
            </a:r>
          </a:p>
          <a:p>
            <a:r>
              <a:rPr lang="en-US" dirty="0" smtClean="0"/>
              <a:t>    </a:t>
            </a:r>
          </a:p>
          <a:p>
            <a:r>
              <a:rPr lang="en-US" dirty="0" smtClean="0"/>
              <a:t>    # </a:t>
            </a:r>
            <a:r>
              <a:rPr lang="ru-RU" dirty="0" smtClean="0"/>
              <a:t>Возвращаем результат</a:t>
            </a:r>
          </a:p>
          <a:p>
            <a:r>
              <a:rPr lang="ru-RU" dirty="0" smtClean="0"/>
              <a:t>    </a:t>
            </a:r>
            <a:r>
              <a:rPr lang="en-US" dirty="0" smtClean="0"/>
              <a:t>return </a:t>
            </a:r>
            <a:r>
              <a:rPr lang="en-US" dirty="0" err="1" smtClean="0"/>
              <a:t>random_line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442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ru-RU" altLang="ru-RU" b="1" dirty="0">
                <a:solidFill>
                  <a:srgbClr val="0F1115"/>
                </a:solidFill>
                <a:latin typeface="quote-cjk-patch"/>
              </a:rPr>
              <a:t>Разбор работы функции:</a:t>
            </a:r>
            <a:br>
              <a:rPr lang="ru-RU" altLang="ru-RU" b="1" dirty="0">
                <a:solidFill>
                  <a:srgbClr val="0F1115"/>
                </a:solidFill>
                <a:latin typeface="quote-cjk-patch"/>
              </a:rPr>
            </a:br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3077964"/>
            <a:ext cx="11206273" cy="1846659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40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Шаг 1: Импортируем модуль </a:t>
            </a:r>
            <a:r>
              <a:rPr kumimoji="0" lang="ru-RU" altLang="ru-RU" sz="4000" b="1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random</a:t>
            </a:r>
            <a:endParaRPr kumimoji="0" lang="ru-RU" altLang="ru-RU" sz="4000" b="1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40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python</a:t>
            </a:r>
            <a:endParaRPr kumimoji="0" lang="ru-RU" altLang="ru-RU" sz="4000" b="0" i="0" u="none" strike="noStrike" cap="none" normalizeH="0" baseline="0" dirty="0" smtClean="0">
              <a:ln>
                <a:noFill/>
              </a:ln>
              <a:solidFill>
                <a:srgbClr val="A626A4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40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import</a:t>
            </a:r>
            <a:r>
              <a:rPr kumimoji="0" lang="ru-RU" altLang="ru-RU" sz="4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40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random</a:t>
            </a:r>
            <a:r>
              <a:rPr kumimoji="0" lang="ru-RU" altLang="ru-RU" sz="40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40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# для выбора случайной строки</a:t>
            </a:r>
            <a:endParaRPr kumimoji="0" lang="ru-RU" altLang="ru-RU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67581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ru-RU" altLang="ru-RU" b="1" dirty="0">
                <a:solidFill>
                  <a:srgbClr val="0F1115"/>
                </a:solidFill>
                <a:latin typeface="quote-cjk-patch"/>
              </a:rPr>
              <a:t>Шаг 2: Открываем файл и читаем строки</a:t>
            </a:r>
            <a:br>
              <a:rPr lang="ru-RU" altLang="ru-RU" b="1" dirty="0">
                <a:solidFill>
                  <a:srgbClr val="0F1115"/>
                </a:solidFill>
                <a:latin typeface="quote-cjk-patch"/>
              </a:rPr>
            </a:br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3652513"/>
            <a:ext cx="65" cy="697562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18129"/>
            <a:ext cx="9124450" cy="253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903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Шаг 3: Выбираем случайную строку</a:t>
            </a:r>
            <a:br>
              <a:rPr lang="ru-RU" b="1" dirty="0"/>
            </a:b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7574" y="2254102"/>
            <a:ext cx="8433453" cy="289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184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Шаг 4: Удаляем символ перевода строки</a:t>
            </a:r>
            <a:br>
              <a:rPr lang="ru-RU" b="1" dirty="0"/>
            </a:b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4621" y="2286000"/>
            <a:ext cx="8616423" cy="306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841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Шаг 5: Возвращаем результат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3662740"/>
            <a:ext cx="4866717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44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return</a:t>
            </a:r>
            <a:r>
              <a:rPr kumimoji="0" lang="ru-RU" altLang="ru-RU" sz="4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44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random_line</a:t>
            </a:r>
            <a:r>
              <a:rPr kumimoji="0" lang="ru-RU" altLang="ru-RU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244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Пример использования (для тестирования):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893299"/>
            <a:ext cx="9805569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4800" b="0" i="1" u="none" strike="noStrike" cap="none" normalizeH="0" baseline="0" dirty="0" smtClean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# Пример вызова </a:t>
            </a:r>
            <a:r>
              <a:rPr kumimoji="0" lang="ru-RU" altLang="ru-RU" sz="4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endParaRPr kumimoji="0" lang="en-US" altLang="ru-RU" sz="4800" b="0" i="0" u="none" strike="noStrike" cap="none" normalizeH="0" baseline="0" dirty="0" smtClean="0">
              <a:ln>
                <a:noFill/>
              </a:ln>
              <a:solidFill>
                <a:srgbClr val="0F1115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4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result</a:t>
            </a:r>
            <a:r>
              <a:rPr kumimoji="0" lang="ru-RU" altLang="ru-RU" sz="4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4800" b="0" i="0" u="none" strike="noStrike" cap="none" normalizeH="0" baseline="0" dirty="0" smtClean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ru-RU" altLang="ru-RU" sz="4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kumimoji="0" lang="ru-RU" altLang="ru-RU" sz="4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get_random_string</a:t>
            </a:r>
            <a:r>
              <a:rPr kumimoji="0" lang="ru-RU" altLang="ru-RU" sz="4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ru-RU" altLang="ru-RU" sz="4800" b="0" i="0" u="none" strike="noStrike" cap="none" normalizeH="0" baseline="0" dirty="0" smtClean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"file.txt"</a:t>
            </a:r>
            <a:r>
              <a:rPr kumimoji="0" lang="ru-RU" altLang="ru-RU" sz="4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endParaRPr kumimoji="0" lang="en-US" altLang="ru-RU" sz="4800" b="0" i="0" u="none" strike="noStrike" cap="none" normalizeH="0" baseline="0" dirty="0" smtClean="0">
              <a:ln>
                <a:noFill/>
              </a:ln>
              <a:solidFill>
                <a:srgbClr val="383A42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4800" b="0" i="0" u="none" strike="noStrike" cap="none" normalizeH="0" baseline="0" dirty="0" err="1" smtClean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print</a:t>
            </a:r>
            <a:r>
              <a:rPr kumimoji="0" lang="ru-RU" altLang="ru-RU" sz="4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ru-RU" altLang="ru-RU" sz="4800" b="0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result</a:t>
            </a:r>
            <a:r>
              <a:rPr kumimoji="0" lang="ru-RU" altLang="ru-RU" sz="4800" b="0" i="0" u="none" strike="noStrike" cap="none" normalizeH="0" baseline="0" dirty="0" smtClean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ru-RU" altLang="ru-RU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4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40931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12381" y="1095153"/>
            <a:ext cx="10641419" cy="5081810"/>
          </a:xfrm>
        </p:spPr>
        <p:txBody>
          <a:bodyPr>
            <a:normAutofit/>
          </a:bodyPr>
          <a:lstStyle/>
          <a:p>
            <a:r>
              <a:rPr lang="ru-RU" dirty="0"/>
              <a:t>Вам доступен текстовый файл, состоящий из двух строк, в каждой из которых записано целое число. Напишите программу, которая принимает на вход название файла и выводит сумму чисел из двух строк этого файла. </a:t>
            </a:r>
            <a:endParaRPr lang="ru-RU" dirty="0" smtClean="0"/>
          </a:p>
          <a:p>
            <a:r>
              <a:rPr lang="ru-RU" dirty="0" smtClean="0"/>
              <a:t>Формат </a:t>
            </a:r>
            <a:r>
              <a:rPr lang="ru-RU" dirty="0"/>
              <a:t>входных данных На вход программе подается строка текста с именем существующего текстового файла. </a:t>
            </a:r>
            <a:endParaRPr lang="ru-RU" dirty="0" smtClean="0"/>
          </a:p>
          <a:p>
            <a:r>
              <a:rPr lang="ru-RU" dirty="0" smtClean="0"/>
              <a:t>Формат </a:t>
            </a:r>
            <a:r>
              <a:rPr lang="ru-RU" dirty="0"/>
              <a:t>выходных данных Программа должна вывести сумму чисел из двух строк указанного файла. </a:t>
            </a:r>
            <a:endParaRPr lang="ru-RU" dirty="0" smtClean="0"/>
          </a:p>
          <a:p>
            <a:r>
              <a:rPr lang="ru-RU" dirty="0" smtClean="0"/>
              <a:t>Примечание </a:t>
            </a:r>
            <a:r>
              <a:rPr lang="ru-RU" dirty="0"/>
              <a:t>1. Считайте, что исполняемая программа и указанный файл находятся в одной папке. </a:t>
            </a:r>
            <a:endParaRPr lang="ru-RU" dirty="0" smtClean="0"/>
          </a:p>
          <a:p>
            <a:r>
              <a:rPr lang="ru-RU" dirty="0" smtClean="0"/>
              <a:t>Примечание </a:t>
            </a:r>
            <a:r>
              <a:rPr lang="ru-RU" dirty="0"/>
              <a:t>2. Не забудьте закрыть файл. 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14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# Считываем имя файла</a:t>
            </a:r>
          </a:p>
          <a:p>
            <a:pPr marL="0" indent="0">
              <a:buNone/>
            </a:pPr>
            <a:r>
              <a:rPr lang="en-US" dirty="0"/>
              <a:t>filename = input()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</a:t>
            </a:r>
            <a:r>
              <a:rPr lang="ru-RU" dirty="0"/>
              <a:t>Открываем файл и читаем две строки</a:t>
            </a:r>
          </a:p>
          <a:p>
            <a:pPr marL="0" indent="0">
              <a:buNone/>
            </a:pPr>
            <a:r>
              <a:rPr lang="en-US" dirty="0"/>
              <a:t>with open(filename, 'r') as file:</a:t>
            </a:r>
          </a:p>
          <a:p>
            <a:pPr marL="0" indent="0">
              <a:buNone/>
            </a:pPr>
            <a:r>
              <a:rPr lang="en-US" dirty="0"/>
              <a:t>    num1 = </a:t>
            </a:r>
            <a:r>
              <a:rPr lang="en-US" dirty="0" err="1"/>
              <a:t>int</a:t>
            </a:r>
            <a:r>
              <a:rPr lang="en-US" dirty="0"/>
              <a:t>(</a:t>
            </a:r>
            <a:r>
              <a:rPr lang="en-US" dirty="0" err="1"/>
              <a:t>file.readline</a:t>
            </a:r>
            <a:r>
              <a:rPr lang="en-US" dirty="0"/>
              <a:t>())  # </a:t>
            </a:r>
            <a:r>
              <a:rPr lang="ru-RU" dirty="0"/>
              <a:t>читаем первую строку и преобразуем в число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en-US" dirty="0"/>
              <a:t>num2 = </a:t>
            </a:r>
            <a:r>
              <a:rPr lang="en-US" dirty="0" err="1"/>
              <a:t>int</a:t>
            </a:r>
            <a:r>
              <a:rPr lang="en-US" dirty="0"/>
              <a:t>(</a:t>
            </a:r>
            <a:r>
              <a:rPr lang="en-US" dirty="0" err="1"/>
              <a:t>file.readline</a:t>
            </a:r>
            <a:r>
              <a:rPr lang="en-US" dirty="0"/>
              <a:t>())  # </a:t>
            </a:r>
            <a:r>
              <a:rPr lang="ru-RU" dirty="0"/>
              <a:t>читаем вторую строку и преобразуем в число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# Вычисляем и выводим сумму</a:t>
            </a:r>
          </a:p>
          <a:p>
            <a:pPr marL="0" indent="0">
              <a:buNone/>
            </a:pPr>
            <a:r>
              <a:rPr lang="en-US" dirty="0"/>
              <a:t>print(num1 + num2)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639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15" y="1020726"/>
            <a:ext cx="10351134" cy="444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163754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146</TotalTime>
  <Words>272</Words>
  <Application>Microsoft Office PowerPoint</Application>
  <PresentationFormat>Широкоэкранный</PresentationFormat>
  <Paragraphs>42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Menlo</vt:lpstr>
      <vt:lpstr>quote-cjk-patch</vt:lpstr>
      <vt:lpstr>Trebuchet MS</vt:lpstr>
      <vt:lpstr>Wingdings 3</vt:lpstr>
      <vt:lpstr>Аспект</vt:lpstr>
      <vt:lpstr>Напишите функцию get_random_string(filename), которая принимает название файла и возвращает случайную строку из этого файла (с удаленным символом перевода на новую строку).</vt:lpstr>
      <vt:lpstr>Презентация PowerPoint</vt:lpstr>
      <vt:lpstr>Презентация PowerPoint</vt:lpstr>
      <vt:lpstr>Разбор работы функции: </vt:lpstr>
      <vt:lpstr>Шаг 2: Открываем файл и читаем строки </vt:lpstr>
      <vt:lpstr>Шаг 3: Выбираем случайную строку </vt:lpstr>
      <vt:lpstr>Шаг 4: Удаляем символ перевода строки </vt:lpstr>
      <vt:lpstr>Шаг 5: Возвращаем результат </vt:lpstr>
      <vt:lpstr>Пример использования (для тестирования): 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Напишите функцию get_random_string(filename), которая принимает название файла и возвращает случайную строку из этого файла (с удаленным символом перевода на новую строку).</dc:title>
  <dc:creator>Admin</dc:creator>
  <cp:lastModifiedBy>Admin</cp:lastModifiedBy>
  <cp:revision>5</cp:revision>
  <dcterms:created xsi:type="dcterms:W3CDTF">2026-04-07T05:12:21Z</dcterms:created>
  <dcterms:modified xsi:type="dcterms:W3CDTF">2026-04-07T08:45:46Z</dcterms:modified>
</cp:coreProperties>
</file>